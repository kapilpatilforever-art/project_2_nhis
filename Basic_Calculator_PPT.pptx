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53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99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64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49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46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07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44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82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16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26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5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lose-up of a calculator keypad">
            <a:extLst>
              <a:ext uri="{FF2B5EF4-FFF2-40B4-BE49-F238E27FC236}">
                <a16:creationId xmlns:a16="http://schemas.microsoft.com/office/drawing/2014/main" id="{4D6C4223-DB62-B7ED-E657-8C8AA527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69" r="-1" b="-1"/>
          <a:stretch>
            <a:fillRect/>
          </a:stretch>
        </p:blipFill>
        <p:spPr>
          <a:xfrm>
            <a:off x="1" y="10"/>
            <a:ext cx="9143771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2589" y="3064931"/>
            <a:ext cx="6221411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9133" y="3236470"/>
            <a:ext cx="5124375" cy="1252601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E"/>
                </a:solidFill>
              </a:rPr>
              <a:t>Basic Calculator using Python Tkinter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9133" y="4669144"/>
            <a:ext cx="5124374" cy="71652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FFFFFE"/>
                </a:solidFill>
              </a:rPr>
              <a:t>Developed By: Kapil Patil</a:t>
            </a:r>
          </a:p>
          <a:p>
            <a:pPr>
              <a:lnSpc>
                <a:spcPct val="110000"/>
              </a:lnSpc>
            </a:pPr>
            <a:r>
              <a:rPr lang="en-US" sz="1200">
                <a:solidFill>
                  <a:srgbClr val="FFFFFE"/>
                </a:solidFill>
              </a:rPr>
              <a:t>Python GUI Project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9131" y="4666480"/>
            <a:ext cx="512437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GUI-based Calculator Application</a:t>
            </a:r>
          </a:p>
          <a:p>
            <a:pPr lvl="1"/>
            <a:r>
              <a:rPr dirty="0"/>
              <a:t>Developed using </a:t>
            </a:r>
            <a:r>
              <a:rPr lang="en-US" dirty="0"/>
              <a:t>the </a:t>
            </a:r>
            <a:r>
              <a:rPr dirty="0"/>
              <a:t>Python programming language</a:t>
            </a:r>
          </a:p>
          <a:p>
            <a:pPr lvl="1"/>
            <a:r>
              <a:rPr dirty="0"/>
              <a:t>Built using </a:t>
            </a:r>
            <a:r>
              <a:rPr lang="en-US" dirty="0"/>
              <a:t>the </a:t>
            </a:r>
            <a:r>
              <a:rPr dirty="0" err="1"/>
              <a:t>Tkinter</a:t>
            </a:r>
            <a:r>
              <a:rPr dirty="0"/>
              <a:t> library</a:t>
            </a:r>
          </a:p>
          <a:p>
            <a:pPr lvl="1"/>
            <a:r>
              <a:rPr dirty="0"/>
              <a:t>Modern dark theme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GUI development in Python</a:t>
            </a:r>
          </a:p>
          <a:p>
            <a:pPr lvl="1"/>
            <a:r>
              <a:t>Implement arithmetic operations</a:t>
            </a:r>
          </a:p>
          <a:p>
            <a:pPr lvl="1"/>
            <a:r>
              <a:t>Apply event-driven programming</a:t>
            </a:r>
          </a:p>
          <a:p>
            <a:pPr lvl="1"/>
            <a:r>
              <a:t>Enhance problem-solving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Features of </a:t>
            </a:r>
            <a:r>
              <a:rPr lang="en-US" dirty="0"/>
              <a:t>basic</a:t>
            </a:r>
            <a:r>
              <a:rPr dirty="0"/>
              <a:t>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Addition, Subtraction, Multiplication, Division</a:t>
            </a:r>
          </a:p>
          <a:p>
            <a:pPr lvl="1"/>
            <a:r>
              <a:t>Square Root (√)</a:t>
            </a:r>
          </a:p>
          <a:p>
            <a:pPr lvl="1"/>
            <a:r>
              <a:t>Square (x²)</a:t>
            </a:r>
          </a:p>
          <a:p>
            <a:pPr lvl="1"/>
            <a:r>
              <a:t>Backspace and Clear Function</a:t>
            </a:r>
          </a:p>
          <a:p>
            <a:pPr lvl="1"/>
            <a:r>
              <a:t>Calculation History Panel</a:t>
            </a:r>
          </a:p>
          <a:p>
            <a:pPr lvl="1"/>
            <a:r>
              <a:t>Keyboard Support</a:t>
            </a:r>
          </a:p>
          <a:p>
            <a:pPr lvl="1"/>
            <a:r>
              <a:t>Error Handling using try-except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pPr lvl="1"/>
            <a:r>
              <a:t>Tkinter Library</a:t>
            </a:r>
          </a:p>
          <a:p>
            <a:pPr lvl="1"/>
            <a:r>
              <a:t>Visual Studio Code</a:t>
            </a:r>
          </a:p>
          <a:p>
            <a:pPr lvl="1"/>
            <a:r>
              <a:t>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variables for expression handling</a:t>
            </a:r>
          </a:p>
          <a:p>
            <a:pPr lvl="1"/>
            <a:r>
              <a:t>Functions for mathematical operations</a:t>
            </a:r>
          </a:p>
          <a:p>
            <a:pPr lvl="1"/>
            <a:r>
              <a:t>Event binding for keyboard input</a:t>
            </a:r>
          </a:p>
          <a:p>
            <a:pPr lvl="1"/>
            <a:r>
              <a:t>Button grid layout system</a:t>
            </a:r>
          </a:p>
          <a:p>
            <a:pPr lvl="1"/>
            <a:r>
              <a:t>Exception handling mechanism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25E62-AE6A-0B45-EF37-1552C05F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5FC0C7-FE68-A5E8-30EE-93F68F3D1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18AF1BA-F6E9-F915-D45A-EE5F3415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755" y="1"/>
            <a:ext cx="6571343" cy="857250"/>
          </a:xfrm>
        </p:spPr>
        <p:txBody>
          <a:bodyPr/>
          <a:lstStyle/>
          <a:p>
            <a:r>
              <a:rPr lang="en-US" dirty="0"/>
              <a:t>Basic calculator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317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understanding of Python basics</a:t>
            </a:r>
          </a:p>
          <a:p>
            <a:pPr lvl="1"/>
            <a:r>
              <a:t>GUI application development skills</a:t>
            </a:r>
          </a:p>
          <a:p>
            <a:pPr lvl="1"/>
            <a:r>
              <a:t>Event-driven programming concept</a:t>
            </a:r>
          </a:p>
          <a:p>
            <a:pPr lvl="1"/>
            <a:r>
              <a:t>Error handling implementation</a:t>
            </a:r>
          </a:p>
          <a:p>
            <a:pPr lvl="1"/>
            <a:r>
              <a:t>Improved logical thinking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Successfully developed a </a:t>
            </a:r>
            <a:r>
              <a:rPr lang="en-US" dirty="0"/>
              <a:t>Basic</a:t>
            </a:r>
            <a:r>
              <a:rPr dirty="0"/>
              <a:t> Calculator</a:t>
            </a:r>
          </a:p>
          <a:p>
            <a:pPr lvl="1"/>
            <a:r>
              <a:rPr dirty="0"/>
              <a:t>Improved Python GUI skills</a:t>
            </a:r>
          </a:p>
          <a:p>
            <a:pPr lvl="1"/>
            <a:r>
              <a:rPr dirty="0"/>
              <a:t>Practical application development experience</a:t>
            </a:r>
          </a:p>
          <a:p>
            <a:pPr lvl="1"/>
            <a:r>
              <a:rPr dirty="0"/>
              <a:t>Foundation for advanced projects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A1946-4705-7DE5-96FE-7B8EF346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2A4E-79CD-321A-5761-FB7FF898C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52553-2D5D-3023-5B52-3839B9172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developed a Smart Calculator</a:t>
            </a:r>
          </a:p>
          <a:p>
            <a:pPr lvl="1"/>
            <a:r>
              <a:t>Improved Python GUI skills</a:t>
            </a:r>
          </a:p>
          <a:p>
            <a:pPr lvl="1"/>
            <a:r>
              <a:t>Practical application development experience</a:t>
            </a:r>
          </a:p>
          <a:p>
            <a:pPr lvl="1"/>
            <a:r>
              <a:t>Foundation for advanced projects</a:t>
            </a:r>
          </a:p>
        </p:txBody>
      </p:sp>
    </p:spTree>
    <p:extLst>
      <p:ext uri="{BB962C8B-B14F-4D97-AF65-F5344CB8AC3E}">
        <p14:creationId xmlns:p14="http://schemas.microsoft.com/office/powerpoint/2010/main" val="2247333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172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Basic Calculator using Python Tkinter</vt:lpstr>
      <vt:lpstr>Project Introduction</vt:lpstr>
      <vt:lpstr>Project Objectives</vt:lpstr>
      <vt:lpstr>Features of basic Calculator</vt:lpstr>
      <vt:lpstr>Technologies Used</vt:lpstr>
      <vt:lpstr>Code Structure</vt:lpstr>
      <vt:lpstr>Basic calculator</vt:lpstr>
      <vt:lpstr>Learning Outcomes</vt:lpstr>
      <vt:lpstr>Conclusion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Dhananjay Pedhambkar</cp:lastModifiedBy>
  <cp:revision>2</cp:revision>
  <dcterms:created xsi:type="dcterms:W3CDTF">2013-01-27T09:14:16Z</dcterms:created>
  <dcterms:modified xsi:type="dcterms:W3CDTF">2026-02-15T10:04:10Z</dcterms:modified>
  <cp:category/>
</cp:coreProperties>
</file>